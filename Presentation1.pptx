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66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D1ED4-16AC-42E6-823F-4038F43E44B8}" type="datetimeFigureOut">
              <a:rPr lang="en-US" smtClean="0"/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41BC0-0221-4B25-9BFD-590568BBA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66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D1ED4-16AC-42E6-823F-4038F43E44B8}" type="datetimeFigureOut">
              <a:rPr lang="en-US" smtClean="0"/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41BC0-0221-4B25-9BFD-590568BBA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01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D1ED4-16AC-42E6-823F-4038F43E44B8}" type="datetimeFigureOut">
              <a:rPr lang="en-US" smtClean="0"/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41BC0-0221-4B25-9BFD-590568BBA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445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D1ED4-16AC-42E6-823F-4038F43E44B8}" type="datetimeFigureOut">
              <a:rPr lang="en-US" smtClean="0"/>
              <a:t>11/9/2018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41BC0-0221-4B25-9BFD-590568BBA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815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D1ED4-16AC-42E6-823F-4038F43E44B8}" type="datetimeFigureOut">
              <a:rPr lang="en-US" smtClean="0"/>
              <a:t>11/9/2018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41BC0-0221-4B25-9BFD-590568BBA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922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D1ED4-16AC-42E6-823F-4038F43E44B8}" type="datetimeFigureOut">
              <a:rPr lang="en-US" smtClean="0"/>
              <a:t>11/9/2018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41BC0-0221-4B25-9BFD-590568BBA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32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D1ED4-16AC-42E6-823F-4038F43E44B8}" type="datetimeFigureOut">
              <a:rPr lang="en-US" smtClean="0"/>
              <a:t>11/9/2018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41BC0-0221-4B25-9BFD-590568BBA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687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D1ED4-16AC-42E6-823F-4038F43E44B8}" type="datetimeFigureOut">
              <a:rPr lang="en-US" smtClean="0"/>
              <a:t>11/9/2018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41BC0-0221-4B25-9BFD-590568BBA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524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D1ED4-16AC-42E6-823F-4038F43E44B8}" type="datetimeFigureOut">
              <a:rPr lang="en-US" smtClean="0"/>
              <a:t>11/9/2018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41BC0-0221-4B25-9BFD-590568BBA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803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D1ED4-16AC-42E6-823F-4038F43E44B8}" type="datetimeFigureOut">
              <a:rPr lang="en-US" smtClean="0"/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41BC0-0221-4B25-9BFD-590568BBA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633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D1ED4-16AC-42E6-823F-4038F43E44B8}" type="datetimeFigureOut">
              <a:rPr lang="en-US" smtClean="0"/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41BC0-0221-4B25-9BFD-590568BBA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795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6D1ED4-16AC-42E6-823F-4038F43E44B8}" type="datetimeFigureOut">
              <a:rPr lang="en-US" smtClean="0"/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741BC0-0221-4B25-9BFD-590568BBA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585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96036" y="2879678"/>
            <a:ext cx="1733265" cy="10781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Network</a:t>
            </a:r>
          </a:p>
          <a:p>
            <a:pPr algn="ctr"/>
            <a:r>
              <a:rPr lang="en-US" smtClean="0"/>
              <a:t>java</a:t>
            </a: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712191" y="1105469"/>
            <a:ext cx="2115403" cy="11737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TCP</a:t>
            </a: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726047" y="4754862"/>
            <a:ext cx="1951629" cy="11873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UDP</a:t>
            </a:r>
            <a:endParaRPr lang="en-US"/>
          </a:p>
        </p:txBody>
      </p:sp>
      <p:sp>
        <p:nvSpPr>
          <p:cNvPr id="7" name="Right Arrow 6"/>
          <p:cNvSpPr/>
          <p:nvPr/>
        </p:nvSpPr>
        <p:spPr>
          <a:xfrm rot="19825821">
            <a:off x="2409037" y="2156346"/>
            <a:ext cx="1241947" cy="2456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 rot="1404885">
            <a:off x="2390889" y="4290038"/>
            <a:ext cx="1241947" cy="2456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465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chuyen van</dc:creator>
  <cp:lastModifiedBy>chuyen van</cp:lastModifiedBy>
  <cp:revision>2</cp:revision>
  <dcterms:created xsi:type="dcterms:W3CDTF">2018-11-09T09:55:20Z</dcterms:created>
  <dcterms:modified xsi:type="dcterms:W3CDTF">2018-11-09T09:56:57Z</dcterms:modified>
</cp:coreProperties>
</file>